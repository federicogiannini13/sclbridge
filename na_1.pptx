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10E15B-1232-4053-88A8-D9D8CC4431B9}" v="4" dt="2026-01-20T05:57:38.7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tonio Carta" userId="3aeb26b4-7511-4690-a6fe-71eefc63da79" providerId="ADAL" clId="{1C2D28B5-DF86-4CB9-9B4E-D0581A33852F}"/>
    <pc:docChg chg="undo custSel addSld delSld modSld">
      <pc:chgData name="Antonio Carta" userId="3aeb26b4-7511-4690-a6fe-71eefc63da79" providerId="ADAL" clId="{1C2D28B5-DF86-4CB9-9B4E-D0581A33852F}" dt="2026-01-20T05:59:20.758" v="377" actId="20577"/>
      <pc:docMkLst>
        <pc:docMk/>
      </pc:docMkLst>
      <pc:sldChg chg="new del">
        <pc:chgData name="Antonio Carta" userId="3aeb26b4-7511-4690-a6fe-71eefc63da79" providerId="ADAL" clId="{1C2D28B5-DF86-4CB9-9B4E-D0581A33852F}" dt="2026-01-20T03:25:36.589" v="2" actId="47"/>
        <pc:sldMkLst>
          <pc:docMk/>
          <pc:sldMk cId="677262051" sldId="256"/>
        </pc:sldMkLst>
      </pc:sldChg>
      <pc:sldChg chg="addSp delSp modSp new mod">
        <pc:chgData name="Antonio Carta" userId="3aeb26b4-7511-4690-a6fe-71eefc63da79" providerId="ADAL" clId="{1C2D28B5-DF86-4CB9-9B4E-D0581A33852F}" dt="2026-01-20T05:59:20.758" v="377" actId="20577"/>
        <pc:sldMkLst>
          <pc:docMk/>
          <pc:sldMk cId="1325927112" sldId="257"/>
        </pc:sldMkLst>
        <pc:spChg chg="mod">
          <ac:chgData name="Antonio Carta" userId="3aeb26b4-7511-4690-a6fe-71eefc63da79" providerId="ADAL" clId="{1C2D28B5-DF86-4CB9-9B4E-D0581A33852F}" dt="2026-01-20T05:57:38.872" v="355" actId="27636"/>
          <ac:spMkLst>
            <pc:docMk/>
            <pc:sldMk cId="1325927112" sldId="257"/>
            <ac:spMk id="2" creationId="{F9A19AAA-AF6E-6DB3-AAEC-69C7F7C74DAB}"/>
          </ac:spMkLst>
        </pc:spChg>
        <pc:spChg chg="mod">
          <ac:chgData name="Antonio Carta" userId="3aeb26b4-7511-4690-a6fe-71eefc63da79" providerId="ADAL" clId="{1C2D28B5-DF86-4CB9-9B4E-D0581A33852F}" dt="2026-01-20T05:59:20.758" v="377" actId="20577"/>
          <ac:spMkLst>
            <pc:docMk/>
            <pc:sldMk cId="1325927112" sldId="257"/>
            <ac:spMk id="3" creationId="{E786D35E-C5F7-7828-A900-0519661896BE}"/>
          </ac:spMkLst>
        </pc:spChg>
        <pc:spChg chg="add del">
          <ac:chgData name="Antonio Carta" userId="3aeb26b4-7511-4690-a6fe-71eefc63da79" providerId="ADAL" clId="{1C2D28B5-DF86-4CB9-9B4E-D0581A33852F}" dt="2026-01-20T03:26:13.293" v="8" actId="22"/>
          <ac:spMkLst>
            <pc:docMk/>
            <pc:sldMk cId="1325927112" sldId="257"/>
            <ac:spMk id="5" creationId="{E12C025B-E950-B819-104C-1C6C368C9038}"/>
          </ac:spMkLst>
        </pc:spChg>
        <pc:spChg chg="add mod">
          <ac:chgData name="Antonio Carta" userId="3aeb26b4-7511-4690-a6fe-71eefc63da79" providerId="ADAL" clId="{1C2D28B5-DF86-4CB9-9B4E-D0581A33852F}" dt="2026-01-20T05:57:49.342" v="358" actId="121"/>
          <ac:spMkLst>
            <pc:docMk/>
            <pc:sldMk cId="1325927112" sldId="257"/>
            <ac:spMk id="11" creationId="{529BA1A9-0DC6-46A2-CC51-BE690AF751EF}"/>
          </ac:spMkLst>
        </pc:spChg>
        <pc:picChg chg="add mod">
          <ac:chgData name="Antonio Carta" userId="3aeb26b4-7511-4690-a6fe-71eefc63da79" providerId="ADAL" clId="{1C2D28B5-DF86-4CB9-9B4E-D0581A33852F}" dt="2026-01-20T05:59:01.960" v="371" actId="1076"/>
          <ac:picMkLst>
            <pc:docMk/>
            <pc:sldMk cId="1325927112" sldId="257"/>
            <ac:picMk id="7" creationId="{8F9220CB-6AC3-F07A-50AB-E96350C1DAE1}"/>
          </ac:picMkLst>
        </pc:picChg>
        <pc:picChg chg="add del">
          <ac:chgData name="Antonio Carta" userId="3aeb26b4-7511-4690-a6fe-71eefc63da79" providerId="ADAL" clId="{1C2D28B5-DF86-4CB9-9B4E-D0581A33852F}" dt="2026-01-20T03:27:06.075" v="19" actId="22"/>
          <ac:picMkLst>
            <pc:docMk/>
            <pc:sldMk cId="1325927112" sldId="257"/>
            <ac:picMk id="9" creationId="{FEDBF4EE-712E-D53B-D168-F67F5C8BC0D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8F10E4A7-75A1-4543-9B4A-F64DB327B662}" type="datetimeFigureOut">
              <a:rPr lang="en-US" smtClean="0"/>
              <a:t>2026-01-20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89E039F0-41C7-40F8-80C4-DB6A15A47A91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6281717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0E4A7-75A1-4543-9B4A-F64DB327B662}" type="datetimeFigureOut">
              <a:rPr lang="en-US" smtClean="0"/>
              <a:t>2026-01-20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039F0-41C7-40F8-80C4-DB6A15A47A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9456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0E4A7-75A1-4543-9B4A-F64DB327B662}" type="datetimeFigureOut">
              <a:rPr lang="en-US" smtClean="0"/>
              <a:t>2026-01-20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039F0-41C7-40F8-80C4-DB6A15A47A91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375028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0E4A7-75A1-4543-9B4A-F64DB327B662}" type="datetimeFigureOut">
              <a:rPr lang="en-US" smtClean="0"/>
              <a:t>2026-01-20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039F0-41C7-40F8-80C4-DB6A15A47A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445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0E4A7-75A1-4543-9B4A-F64DB327B662}" type="datetimeFigureOut">
              <a:rPr lang="en-US" smtClean="0"/>
              <a:t>2026-01-20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039F0-41C7-40F8-80C4-DB6A15A47A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7838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0E4A7-75A1-4543-9B4A-F64DB327B662}" type="datetimeFigureOut">
              <a:rPr lang="en-US" smtClean="0"/>
              <a:t>2026-01-20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039F0-41C7-40F8-80C4-DB6A15A47A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3340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0E4A7-75A1-4543-9B4A-F64DB327B662}" type="datetimeFigureOut">
              <a:rPr lang="en-US" smtClean="0"/>
              <a:t>2026-01-20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039F0-41C7-40F8-80C4-DB6A15A47A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2931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0E4A7-75A1-4543-9B4A-F64DB327B662}" type="datetimeFigureOut">
              <a:rPr lang="en-US" smtClean="0"/>
              <a:t>2026-01-20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039F0-41C7-40F8-80C4-DB6A15A47A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6928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0E4A7-75A1-4543-9B4A-F64DB327B662}" type="datetimeFigureOut">
              <a:rPr lang="en-US" smtClean="0"/>
              <a:t>2026-01-20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039F0-41C7-40F8-80C4-DB6A15A47A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1519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0E4A7-75A1-4543-9B4A-F64DB327B662}" type="datetimeFigureOut">
              <a:rPr lang="en-US" smtClean="0"/>
              <a:t>2026-01-20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039F0-41C7-40F8-80C4-DB6A15A47A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212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0E4A7-75A1-4543-9B4A-F64DB327B662}" type="datetimeFigureOut">
              <a:rPr lang="en-US" smtClean="0"/>
              <a:t>2026-01-20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039F0-41C7-40F8-80C4-DB6A15A47A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1109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8F10E4A7-75A1-4543-9B4A-F64DB327B662}" type="datetimeFigureOut">
              <a:rPr lang="en-US" smtClean="0"/>
              <a:t>2026-01-20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89E039F0-41C7-40F8-80C4-DB6A15A47A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5436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19AAA-AF6E-6DB3-AAEC-69C7F7C74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Online Continual Learning for Time Series: a Natural Score-driven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86D35E-C5F7-7828-A900-0519661896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11679"/>
            <a:ext cx="10308336" cy="4165283"/>
          </a:xfrm>
        </p:spPr>
        <p:txBody>
          <a:bodyPr>
            <a:normAutofit lnSpcReduction="10000"/>
          </a:bodyPr>
          <a:lstStyle/>
          <a:p>
            <a:pPr marL="0" indent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b="1" dirty="0"/>
              <a:t>Online Time Series Forecasting (OTSF)</a:t>
            </a:r>
            <a:r>
              <a:rPr lang="en-US" dirty="0"/>
              <a:t> requires </a:t>
            </a:r>
          </a:p>
          <a:p>
            <a:pPr marL="0" indent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/>
              <a:t>fast adaptation + long-term memory </a:t>
            </a:r>
          </a:p>
          <a:p>
            <a:pPr marL="0" indent="0">
              <a:spcBef>
                <a:spcPts val="600"/>
              </a:spcBef>
              <a:spcAft>
                <a:spcPts val="0"/>
              </a:spcAft>
              <a:buNone/>
            </a:pPr>
            <a:endParaRPr lang="en-US" dirty="0"/>
          </a:p>
          <a:p>
            <a:pPr marL="0" indent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b="1"/>
              <a:t>Our contributions</a:t>
            </a:r>
            <a:r>
              <a:rPr lang="en-US" dirty="0"/>
              <a:t>: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US" dirty="0"/>
              <a:t>We prove optimality of natural gradient in non-stationary settings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US" dirty="0"/>
              <a:t>We prove noise robustness with Student’s t likelihood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US" dirty="0"/>
              <a:t>We propose </a:t>
            </a:r>
            <a:r>
              <a:rPr lang="en-US" dirty="0" err="1"/>
              <a:t>NatSR</a:t>
            </a:r>
            <a:endParaRPr lang="en-US" dirty="0"/>
          </a:p>
          <a:p>
            <a:pPr marL="0" indent="0">
              <a:spcBef>
                <a:spcPts val="600"/>
              </a:spcBef>
              <a:spcAft>
                <a:spcPts val="0"/>
              </a:spcAft>
              <a:buNone/>
            </a:pPr>
            <a:endParaRPr lang="en-US" b="1" dirty="0"/>
          </a:p>
          <a:p>
            <a:pPr marL="0" indent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b="1" dirty="0"/>
              <a:t>Natural Score-Driven Replay (</a:t>
            </a:r>
            <a:r>
              <a:rPr lang="en-US" b="1" dirty="0" err="1"/>
              <a:t>NatSR</a:t>
            </a:r>
            <a:r>
              <a:rPr lang="en-US" b="1" dirty="0"/>
              <a:t>) 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US" dirty="0"/>
              <a:t>1. Natural gradient (Fisher preconditioning) 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US" dirty="0"/>
              <a:t>2. Student’s t loss (bounded updates) 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US" dirty="0"/>
              <a:t>3. Experience Replay (stability) 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US" dirty="0"/>
              <a:t>4. Dynamic scale adaptation (plasticity)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F9220CB-6AC3-F07A-50AB-E96350C1DA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3917" y="3740426"/>
            <a:ext cx="3512619" cy="256355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29BA1A9-0DC6-46A2-CC51-BE690AF751EF}"/>
              </a:ext>
            </a:extLst>
          </p:cNvPr>
          <p:cNvSpPr txBox="1"/>
          <p:nvPr/>
        </p:nvSpPr>
        <p:spPr>
          <a:xfrm>
            <a:off x="7256526" y="1591428"/>
            <a:ext cx="399364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i="1" dirty="0"/>
              <a:t>Edoardo Urettini, Daniele Atzeni, Ioanna-</a:t>
            </a:r>
            <a:r>
              <a:rPr lang="en-US" i="1" dirty="0" err="1"/>
              <a:t>Yvonni</a:t>
            </a:r>
            <a:r>
              <a:rPr lang="en-US" i="1" dirty="0"/>
              <a:t> </a:t>
            </a:r>
            <a:r>
              <a:rPr lang="en-US" i="1" dirty="0" err="1"/>
              <a:t>Tsaknaki</a:t>
            </a:r>
            <a:r>
              <a:rPr lang="en-US" i="1" dirty="0"/>
              <a:t> , </a:t>
            </a:r>
            <a:r>
              <a:rPr lang="en-US" i="1" u="sng" dirty="0"/>
              <a:t>Antonio Carta</a:t>
            </a:r>
          </a:p>
        </p:txBody>
      </p:sp>
    </p:spTree>
    <p:extLst>
      <p:ext uri="{BB962C8B-B14F-4D97-AF65-F5344CB8AC3E}">
        <p14:creationId xmlns:p14="http://schemas.microsoft.com/office/powerpoint/2010/main" val="1325927112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TM03457515[[fn=View]]</Template>
  <TotalTime>0</TotalTime>
  <Words>96</Words>
  <Application>Microsoft Office PowerPoint</Application>
  <PresentationFormat>Widescreen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Century Schoolbook</vt:lpstr>
      <vt:lpstr>Wingdings 2</vt:lpstr>
      <vt:lpstr>View</vt:lpstr>
      <vt:lpstr>Online Continual Learning for Time Series: a Natural Score-driven Approach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Antonio Carta</dc:creator>
  <cp:lastModifiedBy>Antonio Carta</cp:lastModifiedBy>
  <cp:revision>1</cp:revision>
  <dcterms:created xsi:type="dcterms:W3CDTF">2026-01-20T03:23:22Z</dcterms:created>
  <dcterms:modified xsi:type="dcterms:W3CDTF">2026-01-20T05:59:21Z</dcterms:modified>
</cp:coreProperties>
</file>